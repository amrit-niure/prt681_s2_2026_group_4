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60" r:id="rId3"/>
    <p:sldId id="257" r:id="rId4"/>
    <p:sldId id="256" r:id="rId5"/>
    <p:sldId id="259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37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1083A9-260E-AE36-8947-B9CB028ABF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277C02-3F62-176D-0205-7081D58C7C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62BD42-8FF8-121D-BC83-A871D5AC87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1CE83-4122-4CF5-992B-2E5FF5B3FD16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DE5DF8-A457-B52C-14E4-75A3715217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EAB4DE-553D-5814-F97E-B64D1AFB37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E2E76-205D-441A-A3F1-A608F8F0D5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98985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741416-069F-FFC2-ACA7-76A392A7BA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24E109-A1D2-5B79-49FA-C8EB5BA1FB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4772C5-4707-33B3-7842-0B8ADBE044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1CE83-4122-4CF5-992B-2E5FF5B3FD16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17C686-139A-66BB-F0C4-429CEB9B45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0E166B-10EF-092D-1CC9-16394252EA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E2E76-205D-441A-A3F1-A608F8F0D5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32548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AD15D4-ED96-B24B-2940-704927A597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592EF6-4D49-3782-D2A5-127ECEBDAD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A0F56E-BFBF-D422-751A-F4DCC8DCB4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1CE83-4122-4CF5-992B-2E5FF5B3FD16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4A3276-EC77-EB8B-7E02-9F7B4DFD8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78859E-FA06-470C-9855-AA3D2D96DA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E2E76-205D-441A-A3F1-A608F8F0D5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46644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C164-972D-113D-A393-328BF65FEA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4322E6-D1A9-1131-088C-B5D7C048985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C007FD-AB2D-D8EF-07AA-923E8ECC45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151C64-1BB6-6F3C-5B6E-562C3D90D1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1CE83-4122-4CF5-992B-2E5FF5B3FD16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22E9AD-3885-7372-CEE8-32079F2984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752796-6BB8-0298-B75B-F03DC5BD04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E2E76-205D-441A-A3F1-A608F8F0D5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3794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67A073-DF77-38C1-1091-BBF8BA2F74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1F163F-2DA1-976E-153F-F841277C1C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CF67E2-248D-4E9D-1C67-3366724F3A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56C9CA6-DC30-13AF-18DF-FFF0526127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FD7D976-58D7-802D-05A1-06AE0F7E56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BFEAFD9-2051-6841-29E9-EEDA2C2238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1CE83-4122-4CF5-992B-2E5FF5B3FD16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5CA68DF-1476-7290-E1E6-EE9C2FF637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52CE259-D2C7-54AA-58FA-7AE486A05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E2E76-205D-441A-A3F1-A608F8F0D5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02217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FEEA1D-DECB-4A57-69BA-37120FC177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9D22BF4-464A-E1EC-A58E-2BCEBDEB15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1CE83-4122-4CF5-992B-2E5FF5B3FD16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D5E9DA8-658F-BC8D-3349-A058FFE6E2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5F2A8D-EB1D-51DA-A714-FB43A143AE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E2E76-205D-441A-A3F1-A608F8F0D5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56146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982337D-B179-75BE-DAC0-C0FA310F93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1CE83-4122-4CF5-992B-2E5FF5B3FD16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B4C5128-2AE5-7251-4055-73B5FA6F2D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555608-6795-24A1-D687-DB950FD06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E2E76-205D-441A-A3F1-A608F8F0D5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96081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6EE24D-BDDB-3F73-3DCB-D154B8E616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F367AF-926A-38B4-517E-AF85E500F5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E35638-635A-094E-2084-4D7E1FA0A2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747A89-5519-71DB-05FD-94BBEB8F41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1CE83-4122-4CF5-992B-2E5FF5B3FD16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0190D2-491D-01D4-AFE7-11348F8D2C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0B62CE-5412-E1CF-BABF-A9B09A7683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E2E76-205D-441A-A3F1-A608F8F0D5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93655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D05B6-3656-1746-9725-ECA26C3482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AAC7266-9C42-860E-163A-10544C43EEF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BF81AA-6B9C-23D7-A68D-6824F28215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D78F0E-6796-87A4-6503-85C0F895B8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1CE83-4122-4CF5-992B-2E5FF5B3FD16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E4A716-5D98-4D93-557C-93B14FA6F1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41EC4E-9DDF-20F4-86D0-C4F9B9BCF0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E2E76-205D-441A-A3F1-A608F8F0D5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62304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310279-B6FF-52B4-9BD7-D6544B707A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D6E28C-825B-5C9E-F9AA-625A06DDCB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08AC1B-D70A-42BA-6765-837FE2652F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1CE83-4122-4CF5-992B-2E5FF5B3FD16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3F00D2-E3BD-036C-0CA6-FCBBDE7575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4E38C4-FAAD-F316-1AC4-F9825E3333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E2E76-205D-441A-A3F1-A608F8F0D5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88522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D39C551-DC4E-84A1-3235-026F8BEB142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1C824A-1ACC-771D-C231-03D4220CFC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DB9748-7B85-CF4F-C5FD-FF95E54946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1CE83-4122-4CF5-992B-2E5FF5B3FD16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B2AFA7-AD00-0CA2-356C-B438C15F15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AC30F6-E3DE-00DA-98E4-4AD221F04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E2E76-205D-441A-A3F1-A608F8F0D5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14910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742ADA-69ED-9E9E-A8F8-D32FD2CC44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ADE2DA-57C0-EB52-7548-4C07DB81E9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F10180-CAD8-09BF-CA42-B65491B5DA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1CE83-4122-4CF5-992B-2E5FF5B3FD16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21AE90-D0F4-FF81-2991-6B3F8DFA91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2FE6AF-20D2-70AC-CB0C-4E4D8F92B9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E2E76-205D-441A-A3F1-A608F8F0D5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6201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F426729-47A6-DFB7-ED97-EBDD0AC52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9D53D7-95B4-40B2-7843-DA642C1B1C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920522-BF4E-9ECC-EAE5-50F7B0E56FF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6E1CE83-4122-4CF5-992B-2E5FF5B3FD16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F3BE7-18B5-3C92-E294-56BD0C38E8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D3835C-2344-994A-CA8F-02BF4E4AC5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BE2E76-205D-441A-A3F1-A608F8F0D5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8693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slide" Target="slide4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295FEF-556E-58BA-4C1E-BB40368B4C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87363"/>
            <a:ext cx="9144000" cy="2387600"/>
          </a:xfrm>
        </p:spPr>
        <p:txBody>
          <a:bodyPr>
            <a:normAutofit/>
          </a:bodyPr>
          <a:lstStyle/>
          <a:p>
            <a:r>
              <a:rPr lang="en-US" sz="3600" b="1"/>
              <a:t>03-06_Proposal Process -- TaskMap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D7B30E5-CB95-A690-3C67-E0869A8EA2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" y="3284538"/>
            <a:ext cx="11064240" cy="1655762"/>
          </a:xfrm>
        </p:spPr>
        <p:txBody>
          <a:bodyPr>
            <a:normAutofit fontScale="62500" lnSpcReduction="20000"/>
          </a:bodyPr>
          <a:lstStyle/>
          <a:p>
            <a:r>
              <a:rPr lang="en-US" sz="3200" b="1" dirty="0"/>
              <a:t>TaskMap Author: Mike Cunningham/Scott Helmers</a:t>
            </a:r>
          </a:p>
          <a:p>
            <a:endParaRPr lang="en-US" sz="3200" b="1" dirty="0"/>
          </a:p>
          <a:p>
            <a:r>
              <a:rPr lang="en-US" sz="2900" b="1" dirty="0"/>
              <a:t>Slides created automatically by TaskMap</a:t>
            </a:r>
            <a:r>
              <a:rPr lang="en-US" sz="2900" b="1" baseline="30000" dirty="0"/>
              <a:t>®</a:t>
            </a:r>
            <a:r>
              <a:rPr lang="en-US" sz="2900" b="1" dirty="0"/>
              <a:t> from</a:t>
            </a:r>
          </a:p>
          <a:p>
            <a:r>
              <a:rPr lang="en-US" sz="2900" dirty="0"/>
              <a:t>D:\Documents\03-06_Proposal Process -- </a:t>
            </a:r>
            <a:r>
              <a:rPr lang="en-US" sz="2900" dirty="0" err="1"/>
              <a:t>TaskMap.vsdx</a:t>
            </a:r>
            <a:endParaRPr lang="en-US" sz="2900" dirty="0"/>
          </a:p>
          <a:p>
            <a:r>
              <a:rPr lang="en-US" sz="2900" dirty="0"/>
              <a:t>on </a:t>
            </a:r>
            <a:r>
              <a:rPr lang="en-US" sz="2900" b="1" dirty="0"/>
              <a:t>4/16/2025 </a:t>
            </a:r>
            <a:r>
              <a:rPr lang="en-US" sz="2900" dirty="0"/>
              <a:t>at</a:t>
            </a:r>
            <a:r>
              <a:rPr lang="en-US" sz="2900" b="1" dirty="0"/>
              <a:t> 20:16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E5C4584-D403-3EA2-5320-A6270BB1F7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01184" y="5715000"/>
            <a:ext cx="2389632" cy="615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76784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442547-7FAD-3280-6322-E82EE50A23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Table of Contents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453B9B-7A10-2485-E388-5D08F119A0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2400">
                <a:hlinkClick r:id="rId2" action="ppaction://hlinksldjump"/>
              </a:rPr>
              <a:t>A -- Prepare Proposal</a:t>
            </a:r>
            <a:endParaRPr lang="en-US" sz="2400"/>
          </a:p>
          <a:p>
            <a:r>
              <a:rPr lang="en-US" sz="2400">
                <a:hlinkClick r:id="rId3" action="ppaction://hlinksldjump"/>
              </a:rPr>
              <a:t>Summary</a:t>
            </a:r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28072049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697075-CB72-AF38-C500-45FC100BAF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TaskMap Legend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B2BE375-7710-3EA3-30B4-BF94047FD5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4715" y="1524000"/>
            <a:ext cx="5842571" cy="4978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23035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8D30A1-8B31-03EF-755B-69223C0C85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2165" y="365125"/>
            <a:ext cx="8867670" cy="1325563"/>
          </a:xfrm>
        </p:spPr>
        <p:txBody>
          <a:bodyPr/>
          <a:lstStyle/>
          <a:p>
            <a:r>
              <a:rPr lang="en-US"/>
              <a:t>A -- Prepare Proposal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1B31193-6E1A-4FE9-D384-85E10250C4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2165" y="0"/>
            <a:ext cx="8867670" cy="6858000"/>
          </a:xfrm>
          <a:prstGeom prst="rect">
            <a:avLst/>
          </a:prstGeom>
        </p:spPr>
      </p:pic>
      <p:sp>
        <p:nvSpPr>
          <p:cNvPr id="5" name="Action Button: Blank 4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9AF7A5BD-0925-40BB-155A-AD3F3D91CF16}"/>
              </a:ext>
            </a:extLst>
          </p:cNvPr>
          <p:cNvSpPr/>
          <p:nvPr/>
        </p:nvSpPr>
        <p:spPr>
          <a:xfrm>
            <a:off x="11557000" y="6324313"/>
            <a:ext cx="558800" cy="584775"/>
          </a:xfrm>
          <a:prstGeom prst="actionButtonBlank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algn="ctr"/>
            <a:r>
              <a:rPr lang="en-US" sz="1600"/>
              <a:t>TOC</a:t>
            </a:r>
          </a:p>
        </p:txBody>
      </p:sp>
    </p:spTree>
    <p:extLst>
      <p:ext uri="{BB962C8B-B14F-4D97-AF65-F5344CB8AC3E}">
        <p14:creationId xmlns:p14="http://schemas.microsoft.com/office/powerpoint/2010/main" val="13299070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3E6ADC-2626-E524-B5DD-FD76B23C1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Summary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31D803-E7A3-8A6B-49E9-C584162394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Action Button: Blank 3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AD228A27-2899-7D1E-1BFC-9D6E800716D3}"/>
              </a:ext>
            </a:extLst>
          </p:cNvPr>
          <p:cNvSpPr/>
          <p:nvPr/>
        </p:nvSpPr>
        <p:spPr>
          <a:xfrm>
            <a:off x="11557000" y="6324313"/>
            <a:ext cx="558800" cy="584775"/>
          </a:xfrm>
          <a:prstGeom prst="actionButtonBlank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algn="ctr"/>
            <a:r>
              <a:rPr lang="en-US" sz="1600"/>
              <a:t>TOC</a:t>
            </a:r>
          </a:p>
        </p:txBody>
      </p:sp>
    </p:spTree>
    <p:extLst>
      <p:ext uri="{BB962C8B-B14F-4D97-AF65-F5344CB8AC3E}">
        <p14:creationId xmlns:p14="http://schemas.microsoft.com/office/powerpoint/2010/main" val="37542671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54</Words>
  <Application>Microsoft Office PowerPoint</Application>
  <PresentationFormat>Widescreen</PresentationFormat>
  <Paragraphs>14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03-06_Proposal Process -- TaskMap</vt:lpstr>
      <vt:lpstr>Table of Contents</vt:lpstr>
      <vt:lpstr>TaskMap Legend</vt:lpstr>
      <vt:lpstr>A -- Prepare Proposal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Scott Helmers</dc:creator>
  <cp:lastModifiedBy>Scott Helmers</cp:lastModifiedBy>
  <cp:revision>1</cp:revision>
  <dcterms:created xsi:type="dcterms:W3CDTF">2025-04-17T00:17:31Z</dcterms:created>
  <dcterms:modified xsi:type="dcterms:W3CDTF">2025-04-17T00:17:49Z</dcterms:modified>
</cp:coreProperties>
</file>